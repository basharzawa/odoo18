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4B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SEDCO Metabase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24128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t>تقارير Metabase داخل Odoo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987552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Odoo 18 module for embedded dashboards, group-based access, signed Metabase JWTs, and optional UXServer data refresh.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89320"/>
            <a:ext cx="10058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E8E2EB"/>
                </a:solidFill>
                <a:latin typeface="Aptos"/>
              </a:defRPr>
            </a:pPr>
            <a:r>
              <a:t>Module: odoo/custom_addons/sedco_metabase_reports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ملخص تنفيذي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Adds a dedicated Reports experience in Odoo for selected Metabase dashboards.</a:t>
            </a:r>
          </a:p>
          <a:p>
            <a:pPr>
              <a:spcAft>
                <a:spcPts val="7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Uses Odoo groups to decide which dashboards each user can open.</a:t>
            </a:r>
          </a:p>
          <a:p>
            <a:pPr>
              <a:spcAft>
                <a:spcPts val="7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Creates short-lived signed JWT embed URLs for Metabase OSS static embedding.</a:t>
            </a:r>
          </a:p>
          <a:p>
            <a:pPr>
              <a:spcAft>
                <a:spcPts val="7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Supports row-level filtering, so sales users can see only their own data.</a:t>
            </a:r>
          </a:p>
          <a:p>
            <a:pPr>
              <a:spcAft>
                <a:spcPts val="7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Can request a UXServer refresh before rendering dashboards that need fresh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Why This Module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لماذا نحتاج هذا الموديول؟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3566160"/>
          </a:xfrm>
          <a:prstGeom prst="rect">
            <a:avLst/>
          </a:prstGeom>
          <a:solidFill>
            <a:srgbClr val="19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73351"/>
            <a:ext cx="303580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95DA6"/>
                </a:solidFill>
                <a:latin typeface="Aptos"/>
              </a:defRPr>
            </a:pPr>
            <a:r>
              <a:t>Business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3035808" cy="2971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Users need reports inside Odoo, not a separate BI portal. The Reports menu becomes the single entry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356616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303580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714B67"/>
                </a:solidFill>
                <a:latin typeface="Aptos"/>
              </a:defRPr>
            </a:pPr>
            <a:r>
              <a:t>Security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11680"/>
            <a:ext cx="3035808" cy="2971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Dashboard visibility must follow Odoo roles, and route access must still be checked even if a URL is known.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73152" cy="3566160"/>
          </a:xfrm>
          <a:prstGeom prst="rect">
            <a:avLst/>
          </a:prstGeom>
          <a:solidFill>
            <a:srgbClr val="10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73351"/>
            <a:ext cx="303580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07A59"/>
                </a:solidFill>
                <a:latin typeface="Aptos"/>
              </a:defRPr>
            </a:pPr>
            <a:r>
              <a:t>Data freshness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11680"/>
            <a:ext cx="3035808" cy="2971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Some reports can ask UXServer to refresh selected Odoo models before the iframe opens.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المعمارية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828800" cy="731520"/>
          </a:xfrm>
          <a:prstGeom prst="roundRect">
            <a:avLst/>
          </a:prstGeom>
          <a:solidFill>
            <a:srgbClr val="19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Odoo User</a:t>
            </a:r>
            <a:br/>
            <a:r>
              <a:t>مستخدم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011680"/>
            <a:ext cx="1828800" cy="73152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Reports Menu</a:t>
            </a:r>
            <a:br/>
            <a:r>
              <a:t>القائمة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011680"/>
            <a:ext cx="1828800" cy="73152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Controller</a:t>
            </a:r>
            <a:br/>
            <a:r>
              <a:t>التحقق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234440"/>
            <a:ext cx="1920240" cy="731520"/>
          </a:xfrm>
          <a:prstGeom prst="roundRect">
            <a:avLst/>
          </a:prstGeom>
          <a:solidFill>
            <a:srgbClr val="10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UXServer</a:t>
            </a:r>
            <a:br/>
            <a:r>
              <a:t>تحديث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743200"/>
            <a:ext cx="1920240" cy="731520"/>
          </a:xfrm>
          <a:prstGeom prst="roundRect">
            <a:avLst/>
          </a:prstGeom>
          <a:solidFill>
            <a:srgbClr val="BE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JWT Sign</a:t>
            </a:r>
            <a:br/>
            <a:r>
              <a:t>توقيع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743200"/>
            <a:ext cx="1828800" cy="731520"/>
          </a:xfrm>
          <a:prstGeom prst="roundRect">
            <a:avLst/>
          </a:prstGeom>
          <a:solidFill>
            <a:srgbClr val="19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Metabase</a:t>
            </a:r>
            <a:br/>
            <a:r>
              <a:t>داشبورد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377440"/>
            <a:ext cx="365760" cy="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63440" y="2377440"/>
            <a:ext cx="365760" cy="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858000" y="1600200"/>
            <a:ext cx="365760" cy="64008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0" y="2514600"/>
            <a:ext cx="365760" cy="59436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4000" y="3108960"/>
            <a:ext cx="365760" cy="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800600"/>
            <a:ext cx="1069848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0">
                <a:solidFill>
                  <a:srgbClr val="1F2937"/>
                </a:solidFill>
                <a:latin typeface="Aptos"/>
              </a:defRPr>
            </a:pPr>
            <a:r>
              <a:t>Odoo controls access and creates the signed embed URL. Metabase renders the dashboard. UXServer refresh is optional.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Main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رحلة المستخدم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508760" cy="777240"/>
          </a:xfrm>
          <a:prstGeom prst="roundRect">
            <a:avLst/>
          </a:prstGeom>
          <a:solidFill>
            <a:srgbClr val="19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1. Open Reports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633472"/>
            <a:ext cx="320040" cy="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60320" y="2240280"/>
            <a:ext cx="1508760" cy="777240"/>
          </a:xfrm>
          <a:prstGeom prst="roundRect">
            <a:avLst/>
          </a:prstGeom>
          <a:solidFill>
            <a:srgbClr val="19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2. Load active dashboards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79" y="2633472"/>
            <a:ext cx="320041" cy="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34840" y="2240280"/>
            <a:ext cx="1508760" cy="77724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3. Filter by Odoo groups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2633472"/>
            <a:ext cx="320040" cy="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59" y="2240280"/>
            <a:ext cx="1508760" cy="777240"/>
          </a:xfrm>
          <a:prstGeom prst="roundRect">
            <a:avLst/>
          </a:prstGeom>
          <a:solidFill>
            <a:srgbClr val="19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4. Open dashboard code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8119" y="2633472"/>
            <a:ext cx="320040" cy="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83879" y="2240280"/>
            <a:ext cx="1508760" cy="777240"/>
          </a:xfrm>
          <a:prstGeom prst="roundRect">
            <a:avLst/>
          </a:prstGeom>
          <a:solidFill>
            <a:srgbClr val="19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5. Optional UXServer sync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92640" y="2633472"/>
            <a:ext cx="320040" cy="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58400" y="2240280"/>
            <a:ext cx="1508760" cy="77724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6. Sign JWT and render iframe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0">
                <a:solidFill>
                  <a:srgbClr val="1F2937"/>
                </a:solidFill>
                <a:latin typeface="Aptos"/>
              </a:defRPr>
            </a:pPr>
            <a:r>
              <a:t>The iframe is only created after the dashboard exists, is active, the user is allowed, and the Metabase embed config is valid.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Module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مكونات الموديول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41732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2724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714B67"/>
                </a:solidFill>
                <a:latin typeface="Aptos"/>
              </a:defRPr>
            </a:pPr>
            <a:r>
              <a:t>controllers/main.py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3127248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Routes, access checks, UXServer sync, JWT signing, iframe render.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417320"/>
          </a:xfrm>
          <a:prstGeom prst="rect">
            <a:avLst/>
          </a:prstGeom>
          <a:solidFill>
            <a:srgbClr val="19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2724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95DA6"/>
                </a:solidFill>
                <a:latin typeface="Aptos"/>
              </a:defRPr>
            </a:pPr>
            <a:r>
              <a:t>metabase.dashboard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20240"/>
            <a:ext cx="3127248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Dashboard metadata: code, Metabase ID, groups, filter mode, sync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417320"/>
          </a:xfrm>
          <a:prstGeom prst="rect">
            <a:avLst/>
          </a:prstGeom>
          <a:solidFill>
            <a:srgbClr val="10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2724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07A59"/>
                </a:solidFill>
                <a:latin typeface="Aptos"/>
              </a:defRPr>
            </a:pPr>
            <a:r>
              <a:t>metabase.sync.model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20240"/>
            <a:ext cx="3127248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Registry of Odoo models UXServer knows how to refresh.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375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37560"/>
            <a:ext cx="73152" cy="1417320"/>
          </a:xfrm>
          <a:prstGeom prst="rect">
            <a:avLst/>
          </a:prstGeom>
          <a:solidFill>
            <a:srgbClr val="BE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502152"/>
            <a:ext cx="312724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BE7500"/>
                </a:solidFill>
                <a:latin typeface="Aptos"/>
              </a:defRPr>
            </a:pPr>
            <a:r>
              <a:t>views/*.xml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840480"/>
            <a:ext cx="3127248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Reports page, iframe page, manager configuration view, menus.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3375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337560"/>
            <a:ext cx="73152" cy="141732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502152"/>
            <a:ext cx="312724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714B67"/>
                </a:solidFill>
                <a:latin typeface="Aptos"/>
              </a:defRPr>
            </a:pPr>
            <a:r>
              <a:t>security/*.xml/csv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840480"/>
            <a:ext cx="3127248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Viewer, Manager, Ops groups and model ACLs.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3375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337560"/>
            <a:ext cx="73152" cy="1417320"/>
          </a:xfrm>
          <a:prstGeom prst="rect">
            <a:avLst/>
          </a:prstGeom>
          <a:solidFill>
            <a:srgbClr val="19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502152"/>
            <a:ext cx="312724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95DA6"/>
                </a:solidFill>
                <a:latin typeface="Aptos"/>
              </a:defRPr>
            </a:pPr>
            <a:r>
              <a:t>data/*.xml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840480"/>
            <a:ext cx="3127248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Seeded parameters, dashboards, and sync-model registry.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Security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نموذج الصلاحيات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3474720"/>
          </a:xfrm>
          <a:prstGeom prst="rect">
            <a:avLst/>
          </a:prstGeom>
          <a:solidFill>
            <a:srgbClr val="19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73351"/>
            <a:ext cx="299008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95DA6"/>
                </a:solidFill>
                <a:latin typeface="Aptos"/>
              </a:defRPr>
            </a:pPr>
            <a:r>
              <a:t>Layer 1: Menus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990088" cy="2880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Odoo menus are visible only to relevant groups: Viewer, Manager, or 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73152" cy="347472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73351"/>
            <a:ext cx="299008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714B67"/>
                </a:solidFill>
                <a:latin typeface="Aptos"/>
              </a:defRPr>
            </a:pPr>
            <a:r>
              <a:t>Layer 2: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11680"/>
            <a:ext cx="2990088" cy="2880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The route rechecks the real request user before it creates any embed URL.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73152" cy="3474720"/>
          </a:xfrm>
          <a:prstGeom prst="rect">
            <a:avLst/>
          </a:prstGeom>
          <a:solidFill>
            <a:srgbClr val="10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673351"/>
            <a:ext cx="299008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07A59"/>
                </a:solidFill>
                <a:latin typeface="Aptos"/>
              </a:defRPr>
            </a:pPr>
            <a:r>
              <a:t>Layer 3: Metabase params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11680"/>
            <a:ext cx="2990088" cy="2880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JWT locked parameters can restrict rows to the current Odoo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Roles and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الأدوار والصلاحيات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286000" cy="50292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54480"/>
            <a:ext cx="3657600" cy="50292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Dashboards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4023360" cy="50292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73152" cy="822960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04872"/>
            <a:ext cx="193852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D6DDE6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32688" y="2743200"/>
            <a:ext cx="193852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Viewer | مشاهد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240280"/>
            <a:ext cx="3657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240280"/>
            <a:ext cx="73152" cy="822960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404872"/>
            <a:ext cx="331012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D6DDE6"/>
                </a:solidFill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493008" y="2743200"/>
            <a:ext cx="331012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Sales Orders, Accounts, Contacts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240280"/>
            <a:ext cx="4023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2240280"/>
            <a:ext cx="73152" cy="822960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2404872"/>
            <a:ext cx="367588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D6DDE6"/>
                </a:solidFill>
                <a:latin typeface="Apto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516368" y="2743200"/>
            <a:ext cx="367588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Read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73152" cy="822960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547872"/>
            <a:ext cx="193852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D6DDE6"/>
                </a:solidFill>
                <a:latin typeface="Aptos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32688" y="3886200"/>
            <a:ext cx="193852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Manager | مدير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383280"/>
            <a:ext cx="3657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383280"/>
            <a:ext cx="73152" cy="822960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3547872"/>
            <a:ext cx="331012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D6DDE6"/>
                </a:solidFill>
                <a:latin typeface="Aptos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3493008" y="3886200"/>
            <a:ext cx="331012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Viewer reports + Migration KPIs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383280"/>
            <a:ext cx="4023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3383280"/>
            <a:ext cx="73152" cy="822960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3547872"/>
            <a:ext cx="367588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D6DDE6"/>
                </a:solidFill>
                <a:latin typeface="Aptos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7516368" y="3886200"/>
            <a:ext cx="367588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Configure dashboards, bypass filters where configured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2628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526280"/>
            <a:ext cx="73152" cy="822960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690872"/>
            <a:ext cx="193852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D6DDE6"/>
                </a:solidFill>
                <a:latin typeface="Aptos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932688" y="5029200"/>
            <a:ext cx="193852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Ops | تشغيل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4526280"/>
            <a:ext cx="3657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0" y="4526280"/>
            <a:ext cx="73152" cy="822960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4690872"/>
            <a:ext cx="331012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D6DDE6"/>
                </a:solidFill>
                <a:latin typeface="Aptos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3493008" y="5029200"/>
            <a:ext cx="331012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Migration KPIs, Sync Health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4526280"/>
            <a:ext cx="4023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0" y="4526280"/>
            <a:ext cx="73152" cy="822960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8" y="4690872"/>
            <a:ext cx="367588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D6DDE6"/>
                </a:solidFill>
                <a:latin typeface="Aptos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7516368" y="5029200"/>
            <a:ext cx="367588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Operational visibility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JWT and Row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التوقيع وفلترة البيانات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JWT contains resource.dashboard, params, and exp.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Token lifetime is 600 seconds.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HS256 signs the token using the Metabase embed secret.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Filter modes: none, salesperson, salesperson with manager bypass.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00200"/>
            <a:ext cx="46634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600200"/>
            <a:ext cx="73152" cy="2377440"/>
          </a:xfrm>
          <a:prstGeom prst="rect">
            <a:avLst/>
          </a:prstGeom>
          <a:solidFill>
            <a:srgbClr val="BE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0568" y="1764792"/>
            <a:ext cx="431596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BE7500"/>
                </a:solidFill>
                <a:latin typeface="Aptos"/>
              </a:defRPr>
            </a:pPr>
            <a:r>
              <a:t>Example locked params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0568" y="2103120"/>
            <a:ext cx="4315968" cy="1783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{ "salesperson_id": 42 }</a:t>
            </a:r>
            <a:br/>
            <a:br/>
            <a:r>
              <a:t>Metabase must use the same locked parameter slug.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389120"/>
            <a:ext cx="4663440" cy="685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1F2937"/>
                </a:solidFill>
                <a:latin typeface="Aptos"/>
              </a:defRPr>
            </a:pPr>
            <a:r>
              <a:t>If Odoo, Metabase embed settings, and SQL filters do not use the same parameter name, the dashboard can show wrong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On-Demand 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تحديث البيانات عند فتح التقرير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011680" cy="731520"/>
          </a:xfrm>
          <a:prstGeom prst="roundRect">
            <a:avLst/>
          </a:prstGeom>
          <a:solidFill>
            <a:srgbClr val="19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Dashboard opens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011680" cy="73152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Read sync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28800"/>
            <a:ext cx="2011680" cy="731520"/>
          </a:xfrm>
          <a:prstGeom prst="roundRect">
            <a:avLst/>
          </a:prstGeom>
          <a:solidFill>
            <a:srgbClr val="10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POST UXServer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828800"/>
            <a:ext cx="2011680" cy="731520"/>
          </a:xfrm>
          <a:prstGeom prst="roundRect">
            <a:avLst/>
          </a:prstGeom>
          <a:solidFill>
            <a:srgbClr val="BE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Render anyway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194560"/>
            <a:ext cx="548640" cy="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2194560"/>
            <a:ext cx="548640" cy="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46720" y="2194560"/>
            <a:ext cx="548640" cy="0"/>
          </a:xfrm>
          <a:prstGeom prst="line">
            <a:avLst/>
          </a:prstGeom>
          <a:ln w="19050">
            <a:solidFill>
              <a:srgbClr val="5B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3703320"/>
            <a:ext cx="1033272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900" b="0">
                <a:solidFill>
                  <a:srgbClr val="1F2937"/>
                </a:solidFill>
                <a:latin typeface="Aptos"/>
              </a:defRPr>
            </a:pPr>
            <a:r>
              <a:t>Design principle: degrade but stay alive. If UXServer is missing, slow, or returns an error, the dashboard still opens and shows a stale-data warning.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Seeded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الداشبوردات الجاهزة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194560" cy="50292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sales_orders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463040"/>
            <a:ext cx="20116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Viewer +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63040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salesperson_id + manager bypass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463040"/>
            <a:ext cx="25603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Sync sales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21992"/>
            <a:ext cx="2194560" cy="50292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267712"/>
            <a:ext cx="20116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Viewer +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267712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No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67712"/>
            <a:ext cx="25603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Sync partner lookup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26664"/>
            <a:ext cx="2194560" cy="50292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contacts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072384"/>
            <a:ext cx="20116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Viewer +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072384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No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72384"/>
            <a:ext cx="25603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Sync contact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31336"/>
            <a:ext cx="2194560" cy="50292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migration_kpis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877056"/>
            <a:ext cx="20116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Manager +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877056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No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877056"/>
            <a:ext cx="25603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No live sync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36008"/>
            <a:ext cx="2194560" cy="502920"/>
          </a:xfrm>
          <a:prstGeom prst="round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sync_health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681728"/>
            <a:ext cx="20116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81728"/>
            <a:ext cx="27432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No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681728"/>
            <a:ext cx="25603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Aptos"/>
              </a:defRPr>
            </a:pPr>
            <a:r>
              <a:t>No live 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107A59"/>
                </a:solidFill>
                <a:latin typeface="Aptos"/>
              </a:defRPr>
            </a:pPr>
            <a:r>
              <a:t>Seeded dashboard records use noupdate=1 so real Metabase IDs survive module upgrades.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Configuration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قائمة الإعداد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Set sedco_metabase_reports.site_url.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Set sedco_metabase_reports.jwt_secret.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Publish dashboards in Metabase.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Enter real metabase_id values in Odoo.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Assign users to Viewer, Manager, or 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Optionally set UXServer URL and API key.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Attach sync_model_ids to dashboards that need fresh data.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Verify Viewer and Manager row-filter behavior.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Open every seeded menu item.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Check TASKS.md for hardening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400" b="1">
                <a:solidFill>
                  <a:srgbClr val="714B67"/>
                </a:solidFill>
                <a:latin typeface="Aptos"/>
              </a:defRPr>
            </a:pPr>
            <a:r>
              <a:t>Known Limitations and Next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B6878"/>
                </a:solidFill>
                <a:latin typeface="Aptos"/>
              </a:defRPr>
            </a:pPr>
            <a:r>
              <a:t>الحدود والخطوات القادمة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3474720"/>
          </a:xfrm>
          <a:prstGeom prst="rect">
            <a:avLst/>
          </a:prstGeom>
          <a:solidFill>
            <a:srgbClr val="714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03580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714B67"/>
                </a:solidFill>
                <a:latin typeface="Aptos"/>
              </a:defRPr>
            </a:pPr>
            <a:r>
              <a:t>Configuration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3035808" cy="2880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TASKS.md recommends restricting the config action and tightening model ACLs.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73152" cy="3474720"/>
          </a:xfrm>
          <a:prstGeom prst="rect">
            <a:avLst/>
          </a:prstGeom>
          <a:solidFill>
            <a:srgbClr val="10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27632"/>
            <a:ext cx="303580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07A59"/>
                </a:solidFill>
                <a:latin typeface="Aptos"/>
              </a:defRPr>
            </a:pPr>
            <a:r>
              <a:t>Sync hardening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65960"/>
            <a:ext cx="3035808" cy="2880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Move sync off the request path, deduplicate refreshes, and show last-sync metadata.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73152" cy="3474720"/>
          </a:xfrm>
          <a:prstGeom prst="rect">
            <a:avLst/>
          </a:prstGeom>
          <a:solidFill>
            <a:srgbClr val="BE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27632"/>
            <a:ext cx="3035808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BE7500"/>
                </a:solidFill>
                <a:latin typeface="Aptos"/>
              </a:defRPr>
            </a:pPr>
            <a:r>
              <a:t>Response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65960"/>
            <a:ext cx="3035808" cy="2880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Aptos"/>
              </a:defRPr>
            </a:pPr>
            <a:r>
              <a:t>Parse UXServer JSON and require an explicit success response instead of trusting HTTP 200.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4B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42416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One-Minute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965960"/>
            <a:ext cx="9875520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Aptos"/>
              </a:defRPr>
            </a:pPr>
            <a:r>
              <a:t>Odoo decides who can open each report. Metabase renders the dashboard. JWT securely connects them. UXServer can refresh data before selected dashboards open.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60520"/>
            <a:ext cx="98755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100" b="0">
                <a:solidFill>
                  <a:srgbClr val="FFFFFF"/>
                </a:solidFill>
                <a:latin typeface="Aptos"/>
              </a:defRPr>
            </a:pPr>
            <a:r>
              <a:t>أودو يحدد الصلاحيات، Metabase يعرض الداشبورد، و JWT يربطهم بشكل آمن.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